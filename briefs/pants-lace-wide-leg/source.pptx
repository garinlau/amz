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4" r:id="rId3"/>
    <p:sldId id="305" r:id="rId4"/>
    <p:sldId id="306" r:id="rId5"/>
    <p:sldId id="307" r:id="rId6"/>
    <p:sldId id="310" r:id="rId7"/>
    <p:sldId id="311" r:id="rId8"/>
    <p:sldId id="309" r:id="rId9"/>
    <p:sldId id="308" r:id="rId10"/>
    <p:sldId id="320" r:id="rId11"/>
    <p:sldId id="312" r:id="rId12"/>
    <p:sldId id="315" r:id="rId13"/>
    <p:sldId id="313" r:id="rId14"/>
    <p:sldId id="31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9a681ba-87fa-4e52-a8d7-258c52519ca7}">
          <p14:sldIdLst>
            <p14:sldId id="304"/>
          </p14:sldIdLst>
        </p14:section>
        <p14:section name="主附图" id="{44a3cd21-9ea9-4099-aedc-a23fe9561956}">
          <p14:sldIdLst>
            <p14:sldId id="305"/>
            <p14:sldId id="306"/>
            <p14:sldId id="307"/>
            <p14:sldId id="310"/>
            <p14:sldId id="311"/>
            <p14:sldId id="309"/>
            <p14:sldId id="308"/>
          </p14:sldIdLst>
        </p14:section>
        <p14:section name="A+" id="{8a82bd10-7975-4eb2-8741-6c068f0bee1f}">
          <p14:sldIdLst>
            <p14:sldId id="320"/>
            <p14:sldId id="312"/>
            <p14:sldId id="315"/>
            <p14:sldId id="313"/>
            <p14:sldId id="3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5.xml"/><Relationship Id="rId6" Type="http://schemas.openxmlformats.org/officeDocument/2006/relationships/image" Target="../media/image1.png"/><Relationship Id="rId5" Type="http://schemas.openxmlformats.org/officeDocument/2006/relationships/hyperlink" Target="https://www.amazon.com/dp/B0H5P5H7VX" TargetMode="External"/><Relationship Id="rId4" Type="http://schemas.openxmlformats.org/officeDocument/2006/relationships/hyperlink" Target="https://www.amazon.com/dp/B0GVYQ4HGR" TargetMode="External"/><Relationship Id="rId3" Type="http://schemas.openxmlformats.org/officeDocument/2006/relationships/hyperlink" Target="https://www.amazon.com/dp/B0GSYS32MJ" TargetMode="Externa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8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0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11.png"/><Relationship Id="rId1" Type="http://schemas.openxmlformats.org/officeDocument/2006/relationships/tags" Target="../tags/tag7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5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6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8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86150" y="1313870"/>
            <a:ext cx="10969200" cy="4759200"/>
          </a:xfrm>
        </p:spPr>
        <p:txBody>
          <a:bodyPr/>
          <a:p>
            <a:r>
              <a:rPr lang="zh-CN" altLang="en-US"/>
              <a:t>竞品</a:t>
            </a:r>
            <a:r>
              <a:rPr lang="en-US" altLang="zh-CN"/>
              <a:t>ASIN</a:t>
            </a:r>
            <a:r>
              <a:rPr lang="zh-CN" altLang="en-US"/>
              <a:t>，服装比较吃视觉，多看一下竞品的穿搭以及排版，多</a:t>
            </a:r>
            <a:r>
              <a:rPr lang="zh-CN" altLang="en-US"/>
              <a:t>做参考</a:t>
            </a:r>
            <a:endParaRPr lang="en-US" altLang="zh-CN"/>
          </a:p>
          <a:p>
            <a:r>
              <a:rPr lang="en-US" altLang="zh-CN">
                <a:hlinkClick r:id="rId3" action="ppaction://hlinkfile"/>
              </a:rPr>
              <a:t>https://www.amazon.com/dp/B0GSYS32MJ</a:t>
            </a:r>
            <a:endParaRPr lang="en-US" altLang="zh-CN"/>
          </a:p>
          <a:p>
            <a:r>
              <a:rPr lang="en-US" altLang="zh-CN">
                <a:hlinkClick r:id="rId4" action="ppaction://hlinkfile"/>
              </a:rPr>
              <a:t>https://www.amazon.com/dp/B0GVYQ4HGR</a:t>
            </a:r>
            <a:endParaRPr lang="en-US" altLang="zh-CN"/>
          </a:p>
          <a:p>
            <a:r>
              <a:rPr lang="en-US" altLang="zh-CN">
                <a:hlinkClick r:id="rId5" action="ppaction://hlinkfile"/>
              </a:rPr>
              <a:t>https://www.amazon.com/dp/B0H5P5H7VX</a:t>
            </a:r>
            <a:endParaRPr lang="en-US" altLang="zh-CN"/>
          </a:p>
          <a:p>
            <a:r>
              <a:rPr lang="en-US" altLang="zh-CN"/>
              <a:t>https://www.amazon.com/dp/B0H373H81T</a:t>
            </a:r>
            <a:endParaRPr lang="en-US" altLang="zh-CN"/>
          </a:p>
          <a:p>
            <a:r>
              <a:rPr lang="zh-CN" altLang="en-US"/>
              <a:t>产品总共</a:t>
            </a:r>
            <a:r>
              <a:rPr lang="en-US" altLang="zh-CN"/>
              <a:t> 5</a:t>
            </a:r>
            <a:r>
              <a:rPr lang="zh-CN" altLang="en-US"/>
              <a:t>种颜色，黑，卡其，</a:t>
            </a:r>
            <a:r>
              <a:rPr lang="zh-CN" altLang="en-US"/>
              <a:t>黄，蓝，绿，主图每种颜色做一套，</a:t>
            </a:r>
            <a:r>
              <a:rPr lang="en-US" altLang="zh-CN"/>
              <a:t>A+</a:t>
            </a:r>
            <a:r>
              <a:rPr lang="zh-CN" altLang="en-US"/>
              <a:t>共用</a:t>
            </a:r>
            <a:r>
              <a:rPr lang="zh-CN" altLang="en-US"/>
              <a:t>一套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2420" y="4392930"/>
            <a:ext cx="4505325" cy="225742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961255" y="8166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主图尺寸</a:t>
            </a:r>
            <a:r>
              <a:rPr lang="en-US" altLang="zh-CN"/>
              <a:t>    569*1200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230620" y="1669415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主图白底图，人物穿上对应产品，体现衣服特色，以及搭配风格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展示衣服半身图</a:t>
            </a:r>
            <a:endParaRPr lang="zh-CN" altLang="en-US"/>
          </a:p>
          <a:p>
            <a:r>
              <a:rPr lang="zh-CN" altLang="en-US">
                <a:sym typeface="+mn-ea"/>
              </a:rPr>
              <a:t>模特不露脸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换下人物上身姿势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鞋子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或者做一下镜像处理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注意出来的整体姿势要自然合理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6635" y="1969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800" y="1341120"/>
            <a:ext cx="2990850" cy="39624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580505" y="81661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附图</a:t>
            </a:r>
            <a:r>
              <a:rPr lang="en-US" altLang="zh-CN">
                <a:sym typeface="+mn-ea"/>
              </a:rPr>
              <a:t>1 </a:t>
            </a:r>
            <a:r>
              <a:rPr lang="zh-CN" altLang="en-US">
                <a:sym typeface="+mn-ea"/>
              </a:rPr>
              <a:t>尺寸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ym typeface="+mn-ea"/>
              </a:rPr>
              <a:t> 569*750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真实场景衣服上身图，展示产品特色，以及穿搭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315" y="467360"/>
            <a:ext cx="3270885" cy="51650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026275" y="102044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附图</a:t>
            </a:r>
            <a:r>
              <a:rPr lang="en-US" altLang="zh-CN">
                <a:sym typeface="+mn-ea"/>
              </a:rPr>
              <a:t>2 </a:t>
            </a:r>
            <a:r>
              <a:rPr lang="zh-CN" altLang="en-US">
                <a:sym typeface="+mn-ea"/>
              </a:rPr>
              <a:t>尺寸</a:t>
            </a:r>
            <a:r>
              <a:rPr lang="en-US" altLang="zh-CN">
                <a:sym typeface="+mn-ea"/>
              </a:rPr>
              <a:t>   </a:t>
            </a:r>
            <a:r>
              <a:rPr lang="zh-CN" altLang="en-US">
                <a:sym typeface="+mn-ea"/>
              </a:rPr>
              <a:t>尺寸</a:t>
            </a:r>
            <a:r>
              <a:rPr lang="en-US" altLang="zh-CN">
                <a:sym typeface="+mn-ea"/>
              </a:rPr>
              <a:t>    569*750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.</a:t>
            </a:r>
            <a:r>
              <a:rPr lang="zh-CN" altLang="en-US"/>
              <a:t>材质细节</a:t>
            </a:r>
            <a:r>
              <a:rPr lang="zh-CN" altLang="en-US"/>
              <a:t>展示图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804660" y="1962785"/>
            <a:ext cx="406400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SOFT FABRIC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Soft</a:t>
            </a:r>
            <a:endParaRPr lang="en-US" altLang="zh-CN"/>
          </a:p>
          <a:p>
            <a:r>
              <a:rPr lang="en-US" altLang="zh-CN">
                <a:sym typeface="+mn-ea"/>
              </a:rPr>
              <a:t>Lightweight</a:t>
            </a:r>
            <a:endParaRPr lang="en-US" altLang="zh-CN"/>
          </a:p>
          <a:p>
            <a:r>
              <a:rPr lang="en-US" altLang="zh-CN">
                <a:sym typeface="+mn-ea"/>
              </a:rPr>
              <a:t>Breathable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r>
              <a:rPr lang="en-US" altLang="zh-CN"/>
              <a:t>DETAIL DISPLAY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Elastic Drawstring Wais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Lace Hem</a:t>
            </a:r>
            <a:endParaRPr lang="en-US" altLang="zh-CN"/>
          </a:p>
          <a:p>
            <a:endParaRPr lang="en-US" altLang="zh-CN">
              <a:sym typeface="+mn-ea"/>
            </a:endParaRPr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930" y="282575"/>
            <a:ext cx="3414395" cy="52222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580505" y="816610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附图</a:t>
            </a:r>
            <a:r>
              <a:rPr lang="en-US" altLang="zh-CN">
                <a:sym typeface="+mn-ea"/>
              </a:rPr>
              <a:t> 5 </a:t>
            </a:r>
            <a:r>
              <a:rPr lang="zh-CN" altLang="en-US">
                <a:sym typeface="+mn-ea"/>
              </a:rPr>
              <a:t>尺寸</a:t>
            </a:r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尺寸</a:t>
            </a:r>
            <a:r>
              <a:rPr lang="en-US" altLang="zh-CN">
                <a:sym typeface="+mn-ea"/>
              </a:rPr>
              <a:t>    569*750</a:t>
            </a:r>
            <a:endParaRPr lang="en-US" altLang="zh-CN">
              <a:sym typeface="+mn-ea"/>
            </a:endParaRPr>
          </a:p>
          <a:p>
            <a:r>
              <a:rPr lang="en-US" altLang="zh-CN"/>
              <a:t>XXX</a:t>
            </a:r>
            <a:r>
              <a:rPr lang="zh-CN" altLang="en-US"/>
              <a:t>图</a:t>
            </a:r>
            <a:endParaRPr lang="zh-CN" altLang="en-US"/>
          </a:p>
          <a:p>
            <a:endParaRPr lang="zh-CN" altLang="en-US"/>
          </a:p>
          <a:p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做一个街拍场景图，加上坐姿，</a:t>
            </a:r>
            <a:endParaRPr lang="zh-CN" altLang="en-US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Romantic Feminine Touch</a:t>
            </a:r>
            <a:endParaRPr lang="en-US" altLang="zh-CN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465" y="216535"/>
            <a:ext cx="3525520" cy="54902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580505" y="8166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附图</a:t>
            </a:r>
            <a:r>
              <a:rPr lang="en-US" altLang="zh-CN">
                <a:sym typeface="+mn-ea"/>
              </a:rPr>
              <a:t>6 </a:t>
            </a:r>
            <a:r>
              <a:rPr lang="zh-CN" altLang="en-US">
                <a:sym typeface="+mn-ea"/>
              </a:rPr>
              <a:t>尺寸</a:t>
            </a:r>
            <a:r>
              <a:rPr lang="en-US" altLang="zh-CN">
                <a:sym typeface="+mn-ea"/>
              </a:rPr>
              <a:t>   </a:t>
            </a:r>
            <a:r>
              <a:rPr lang="zh-CN" altLang="en-US">
                <a:sym typeface="+mn-ea"/>
              </a:rPr>
              <a:t>尺寸</a:t>
            </a:r>
            <a:r>
              <a:rPr lang="en-US" altLang="zh-CN">
                <a:sym typeface="+mn-ea"/>
              </a:rPr>
              <a:t>    569*750</a:t>
            </a:r>
            <a:endParaRPr 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1461770"/>
            <a:ext cx="2962275" cy="36576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181215" y="17062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坐姿图片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949950" y="45529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附图</a:t>
            </a:r>
            <a:r>
              <a:rPr lang="en-US" altLang="zh-CN">
                <a:sym typeface="+mn-ea"/>
              </a:rPr>
              <a:t>4 </a:t>
            </a:r>
            <a:r>
              <a:rPr lang="zh-CN" altLang="en-US">
                <a:sym typeface="+mn-ea"/>
              </a:rPr>
              <a:t>尺寸</a:t>
            </a:r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尺寸</a:t>
            </a:r>
            <a:r>
              <a:rPr lang="en-US" altLang="zh-CN">
                <a:sym typeface="+mn-ea"/>
              </a:rPr>
              <a:t>    569*750</a:t>
            </a:r>
            <a:endParaRPr lang="en-US" altLang="zh-CN"/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衣服细节展示图</a:t>
            </a:r>
            <a:endParaRPr lang="en-US" altLang="zh-CN">
              <a:sym typeface="+mn-ea"/>
            </a:endParaRPr>
          </a:p>
          <a:p>
            <a:r>
              <a:rPr lang="zh-CN" altLang="en-US"/>
              <a:t>参考左图排版，展示出下图所有细节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850" y="304165"/>
            <a:ext cx="3771900" cy="50196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096000" y="192659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Elastic Waist</a:t>
            </a:r>
            <a:endParaRPr lang="en-US" altLang="zh-CN"/>
          </a:p>
          <a:p>
            <a:r>
              <a:rPr lang="en-US" altLang="zh-CN"/>
              <a:t>Side Pockets</a:t>
            </a:r>
            <a:endParaRPr lang="en-US" altLang="zh-CN"/>
          </a:p>
          <a:p>
            <a:r>
              <a:rPr lang="en-US" altLang="zh-CN"/>
              <a:t>Lace Hem</a:t>
            </a:r>
            <a:endParaRPr lang="en-US" altLang="zh-CN"/>
          </a:p>
          <a:p>
            <a:r>
              <a:rPr lang="en-US" altLang="zh-CN"/>
              <a:t>Soft Fabric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760" y="3863340"/>
            <a:ext cx="6100445" cy="27438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3215" y="4438650"/>
            <a:ext cx="1465580" cy="10566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80505" y="816610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附图</a:t>
            </a:r>
            <a:r>
              <a:rPr lang="en-US" altLang="zh-CN">
                <a:sym typeface="+mn-ea"/>
              </a:rPr>
              <a:t>3    </a:t>
            </a:r>
            <a:r>
              <a:rPr lang="zh-CN" altLang="en-US">
                <a:sym typeface="+mn-ea"/>
              </a:rPr>
              <a:t>尺寸</a:t>
            </a:r>
            <a:r>
              <a:rPr lang="en-US" altLang="zh-CN">
                <a:sym typeface="+mn-ea"/>
              </a:rPr>
              <a:t>    569*750</a:t>
            </a:r>
            <a:endParaRPr lang="en-US" altLang="zh-CN"/>
          </a:p>
          <a:p>
            <a:r>
              <a:rPr lang="zh-CN" altLang="en-US"/>
              <a:t>搭配配饰</a:t>
            </a:r>
            <a:r>
              <a:rPr lang="zh-CN" altLang="en-US"/>
              <a:t>场景图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整体搭配场景图，给买家搭配一整套，包包，首饰，鞋子，必要的话帽子也搭上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场景包含街景</a:t>
            </a:r>
            <a:r>
              <a:rPr lang="en-US" altLang="zh-CN"/>
              <a:t>,</a:t>
            </a:r>
            <a:r>
              <a:rPr lang="zh-CN" altLang="en-US"/>
              <a:t>海边，公园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文字</a:t>
            </a:r>
            <a:r>
              <a:rPr lang="en-US" altLang="zh-CN"/>
              <a:t>  Fashion Wide Leg Pants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430" y="333375"/>
            <a:ext cx="4648200" cy="60579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55270" y="652780"/>
            <a:ext cx="5161280" cy="1078865"/>
          </a:xfrm>
        </p:spPr>
        <p:txBody>
          <a:bodyPr>
            <a:normAutofit/>
          </a:bodyPr>
          <a:p>
            <a:r>
              <a:rPr lang="zh-CN" altLang="en-US" sz="2000"/>
              <a:t>品牌故事</a:t>
            </a:r>
            <a:br>
              <a:rPr lang="zh-CN" altLang="en-US" sz="2000"/>
            </a:br>
            <a:r>
              <a:rPr lang="zh-CN" altLang="en-US" sz="2000"/>
              <a:t>* 移动图像[463像素 </a:t>
            </a:r>
            <a:r>
              <a:rPr lang="en-US" altLang="zh-CN" sz="2000"/>
              <a:t>x 625</a:t>
            </a:r>
            <a:r>
              <a:rPr lang="zh-CN" altLang="en-US" sz="2000"/>
              <a:t>像素]</a:t>
            </a:r>
            <a:br>
              <a:rPr lang="zh-CN" altLang="en-US" sz="2000"/>
            </a:br>
            <a:r>
              <a:rPr lang="zh-CN" altLang="en-US" sz="2000"/>
              <a:t>* 桌面图片 [1464像素 </a:t>
            </a:r>
            <a:r>
              <a:rPr lang="en-US" altLang="zh-CN" sz="2000"/>
              <a:t>x 625 </a:t>
            </a:r>
            <a:r>
              <a:rPr lang="zh-CN" altLang="en-US" sz="2000"/>
              <a:t>像素]</a:t>
            </a:r>
            <a:endParaRPr lang="zh-CN" altLang="en-US" sz="2000"/>
          </a:p>
        </p:txBody>
      </p:sp>
      <p:sp>
        <p:nvSpPr>
          <p:cNvPr id="8" name="文本框 7"/>
          <p:cNvSpPr txBox="1"/>
          <p:nvPr/>
        </p:nvSpPr>
        <p:spPr>
          <a:xfrm>
            <a:off x="7281545" y="2809240"/>
            <a:ext cx="41148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EAKUCH   WOMENS FASHION PANTS </a:t>
            </a:r>
            <a:endParaRPr lang="en-US" altLang="zh-CN"/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左边人物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场景图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展示姐妹穿着两个颜色裤子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只需要做底部的图就可以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05" y="2594610"/>
            <a:ext cx="6567170" cy="30137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399655" y="1296670"/>
            <a:ext cx="4064000" cy="6462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模块</a:t>
            </a:r>
            <a:r>
              <a:rPr lang="en-US" altLang="zh-CN">
                <a:sym typeface="+mn-ea"/>
              </a:rPr>
              <a:t>1 A+</a:t>
            </a:r>
            <a:r>
              <a:rPr lang="zh-CN" altLang="en-US">
                <a:sym typeface="+mn-ea"/>
              </a:rPr>
              <a:t>首张图，三张</a:t>
            </a:r>
            <a:r>
              <a:rPr lang="en-US" altLang="zh-CN">
                <a:sym typeface="+mn-ea"/>
              </a:rPr>
              <a:t>A+</a:t>
            </a:r>
            <a:r>
              <a:rPr lang="zh-CN" altLang="en-US">
                <a:sym typeface="+mn-ea"/>
              </a:rPr>
              <a:t>合成一张大</a:t>
            </a:r>
            <a:r>
              <a:rPr lang="en-US" altLang="zh-CN">
                <a:sym typeface="+mn-ea"/>
              </a:rPr>
              <a:t>A+,</a:t>
            </a:r>
            <a:r>
              <a:rPr lang="zh-CN" altLang="en-US">
                <a:sym typeface="+mn-ea"/>
              </a:rPr>
              <a:t>展示人物穿主推色的衣服的场景图，下面是连接着的</a:t>
            </a:r>
            <a:r>
              <a:rPr lang="zh-CN" altLang="en-US">
                <a:sym typeface="+mn-ea"/>
              </a:rPr>
              <a:t>细节图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主标：</a:t>
            </a:r>
            <a:r>
              <a:rPr lang="en-US" altLang="zh-CN">
                <a:sym typeface="+mn-ea"/>
              </a:rPr>
              <a:t>Breezy Elegance, Everyday Ease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副标：</a:t>
            </a:r>
            <a:r>
              <a:rPr lang="en-US" altLang="zh-CN">
                <a:sym typeface="+mn-ea"/>
              </a:rPr>
              <a:t>Where chic lantern silhouette meets delicate bohemian lace.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2.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Customizable Fit</a:t>
            </a:r>
            <a:r>
              <a:rPr lang="zh-CN" altLang="en-US">
                <a:sym typeface="+mn-ea"/>
              </a:rPr>
              <a:t>（弹力高腰搭配抽绳）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Exquisite Lace Detail</a:t>
            </a:r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蕾丝边）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Functional Side Pockets</a:t>
            </a:r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两侧边口袋）</a:t>
            </a:r>
            <a:endParaRPr lang="zh-CN" altLang="en-US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3.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Ultra-Light &amp; Breathable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Soft</a:t>
            </a:r>
            <a:endParaRPr lang="en-US" altLang="zh-CN"/>
          </a:p>
          <a:p>
            <a:r>
              <a:rPr lang="en-US" altLang="zh-CN">
                <a:sym typeface="+mn-ea"/>
              </a:rPr>
              <a:t>Lightweight</a:t>
            </a:r>
            <a:endParaRPr lang="en-US" altLang="zh-CN"/>
          </a:p>
          <a:p>
            <a:r>
              <a:rPr lang="en-US" altLang="zh-CN">
                <a:sym typeface="+mn-ea"/>
              </a:rPr>
              <a:t>Breathable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25995" y="37465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图片尺寸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手机端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600*450</a:t>
            </a:r>
            <a:endParaRPr lang="zh-CN" altLang="en-US"/>
          </a:p>
          <a:p>
            <a:r>
              <a:rPr lang="zh-CN" altLang="en-US">
                <a:sym typeface="+mn-ea"/>
              </a:rPr>
              <a:t>电脑端 1464</a:t>
            </a:r>
            <a:r>
              <a:rPr lang="en-US" altLang="zh-CN">
                <a:sym typeface="+mn-ea"/>
              </a:rPr>
              <a:t> x 600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05" y="-167005"/>
            <a:ext cx="3909695" cy="2432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" y="2265045"/>
            <a:ext cx="4303395" cy="36988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393305" y="44894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图片尺寸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手机端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600*450</a:t>
            </a:r>
            <a:endParaRPr lang="zh-CN" altLang="en-US"/>
          </a:p>
          <a:p>
            <a:r>
              <a:rPr lang="zh-CN" altLang="en-US">
                <a:sym typeface="+mn-ea"/>
              </a:rPr>
              <a:t>电脑端 1464</a:t>
            </a:r>
            <a:r>
              <a:rPr lang="en-US" altLang="zh-CN">
                <a:sym typeface="+mn-ea"/>
              </a:rPr>
              <a:t> x 600</a:t>
            </a:r>
            <a:endParaRPr lang="zh-CN" altLang="en-US"/>
          </a:p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529830" y="172783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模块</a:t>
            </a:r>
            <a:r>
              <a:rPr lang="en-US" altLang="zh-CN">
                <a:sym typeface="+mn-ea"/>
              </a:rPr>
              <a:t>2  </a:t>
            </a:r>
            <a:r>
              <a:rPr lang="zh-CN" altLang="en-US">
                <a:sym typeface="+mn-ea"/>
              </a:rPr>
              <a:t>不同颜色变体的穿搭搭配建议，一整套的，包包，首饰，鞋子，必要的话帽子也搭上，做</a:t>
            </a:r>
            <a:r>
              <a:rPr lang="zh-CN" altLang="en-US">
                <a:sym typeface="+mn-ea"/>
              </a:rPr>
              <a:t>三个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740" y="1609090"/>
            <a:ext cx="7060565" cy="30251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287260" y="11093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模块</a:t>
            </a:r>
            <a:r>
              <a:rPr lang="en-US" altLang="zh-CN">
                <a:sym typeface="+mn-ea"/>
              </a:rPr>
              <a:t>2 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199630" y="18732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图片尺寸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手机端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600*450</a:t>
            </a:r>
            <a:endParaRPr lang="zh-CN" altLang="en-US"/>
          </a:p>
          <a:p>
            <a:r>
              <a:rPr lang="zh-CN" altLang="en-US">
                <a:sym typeface="+mn-ea"/>
              </a:rPr>
              <a:t>电脑端 1464</a:t>
            </a:r>
            <a:r>
              <a:rPr lang="en-US" altLang="zh-CN">
                <a:sym typeface="+mn-ea"/>
              </a:rPr>
              <a:t> x 600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00" y="624205"/>
            <a:ext cx="6772275" cy="29044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199630" y="2110740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 Staple for Every Occasion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Vacation Beach </a:t>
            </a:r>
            <a:endParaRPr lang="en-US" altLang="zh-CN"/>
          </a:p>
          <a:p>
            <a:r>
              <a:rPr lang="en-US" altLang="zh-CN"/>
              <a:t>Office Casual </a:t>
            </a:r>
            <a:endParaRPr lang="en-US" altLang="zh-CN"/>
          </a:p>
          <a:p>
            <a:r>
              <a:rPr lang="en-US" altLang="zh-CN"/>
              <a:t>Weekend Lounge</a:t>
            </a:r>
            <a:endParaRPr lang="en-US" altLang="zh-CN"/>
          </a:p>
          <a:p>
            <a:r>
              <a:rPr lang="en-US" altLang="zh-CN"/>
              <a:t>Street Matching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4003675"/>
            <a:ext cx="7414895" cy="23437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444105" y="1544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颜色和姿势多一点展示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99630" y="1016635"/>
            <a:ext cx="4446905" cy="6216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模块</a:t>
            </a:r>
            <a:r>
              <a:rPr lang="en-US" altLang="zh-CN">
                <a:sym typeface="+mn-ea"/>
              </a:rPr>
              <a:t>7 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NOTES:</a:t>
            </a:r>
            <a:endParaRPr lang="en-US" altLang="zh-CN"/>
          </a:p>
          <a:p>
            <a:r>
              <a:rPr lang="en-US" altLang="zh-CN">
                <a:sym typeface="+mn-ea"/>
              </a:rPr>
              <a:t>- Manual measurement may cause 0.4-0.8 inch difference.</a:t>
            </a:r>
            <a:endParaRPr lang="en-US" altLang="zh-CN"/>
          </a:p>
          <a:p>
            <a:r>
              <a:rPr lang="en-US" altLang="zh-CN">
                <a:sym typeface="+mn-ea"/>
              </a:rPr>
              <a:t>- Color may vary slightly due to different monitor settings.</a:t>
            </a:r>
            <a:endParaRPr lang="en-US" altLang="zh-CN"/>
          </a:p>
          <a:p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99630" y="20891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图片尺寸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手机端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600*450</a:t>
            </a:r>
            <a:endParaRPr lang="zh-CN" altLang="en-US"/>
          </a:p>
          <a:p>
            <a:r>
              <a:rPr lang="zh-CN" altLang="en-US">
                <a:sym typeface="+mn-ea"/>
              </a:rPr>
              <a:t>电脑端 1464</a:t>
            </a:r>
            <a:r>
              <a:rPr lang="en-US" altLang="zh-CN">
                <a:sym typeface="+mn-ea"/>
              </a:rPr>
              <a:t> x 600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701675" y="4351020"/>
          <a:ext cx="6000750" cy="1752600"/>
        </p:xfrm>
        <a:graphic>
          <a:graphicData uri="http://schemas.openxmlformats.org/drawingml/2006/table">
            <a:tbl>
              <a:tblPr/>
              <a:tblGrid>
                <a:gridCol w="1000125"/>
                <a:gridCol w="1000125"/>
                <a:gridCol w="1000125"/>
                <a:gridCol w="1000125"/>
                <a:gridCol w="1000125"/>
                <a:gridCol w="1000125"/>
              </a:tblGrid>
              <a:tr h="438150"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Size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Waist (inch / cm)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Hip (inch / cm)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Front Rise (inch / cm)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Thigh (inch / cm)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Length (inch / cm)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8150"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S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26.8" / 68.1 cm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51.2" / 130.1 cm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13.0" / 33.0 cm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33.1" / 84.1 cm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37.4" / 95.0 cm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8150"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M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28.3" / 71.9 cm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52.8" / 134.1 cm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13.4" / 34.0 cm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33.9" / 86.1 cm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37.8" / 96.0 cm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8150"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L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30.7" / 78.0 cm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55.1" / 140.0 cm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13.8" / 35.1 cm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35.0" / 88.9 cm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38.2" / 97.0 cm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373505" y="34290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SIZECHART </a:t>
            </a:r>
            <a:endParaRPr lang="en-US" altLang="zh-CN"/>
          </a:p>
          <a:p>
            <a:r>
              <a:rPr lang="en-US" altLang="zh-CN"/>
              <a:t>Lace Bottom Wide Leg Pants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910" y="527050"/>
            <a:ext cx="6406515" cy="26250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1889</Words>
  <Application>WPS 演示</Application>
  <PresentationFormat>宽屏</PresentationFormat>
  <Paragraphs>200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品牌故事 * 移动图像[463像素 x 625像素] * 桌面图片 [1464像素 x 625 像素]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狐狸不熬夜.</cp:lastModifiedBy>
  <cp:revision>213</cp:revision>
  <dcterms:created xsi:type="dcterms:W3CDTF">2019-06-19T02:08:00Z</dcterms:created>
  <dcterms:modified xsi:type="dcterms:W3CDTF">2026-09-17T10:08:50Z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A6ECFEA923664063A194321FABDFE87E_11</vt:lpwstr>
  </property>
</Properties>
</file>