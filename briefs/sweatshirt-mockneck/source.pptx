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4" r:id="rId3"/>
    <p:sldId id="305" r:id="rId4"/>
    <p:sldId id="308" r:id="rId5"/>
    <p:sldId id="307" r:id="rId6"/>
    <p:sldId id="309" r:id="rId7"/>
    <p:sldId id="311" r:id="rId8"/>
    <p:sldId id="306" r:id="rId9"/>
    <p:sldId id="321" r:id="rId10"/>
    <p:sldId id="312" r:id="rId11"/>
    <p:sldId id="313" r:id="rId12"/>
    <p:sldId id="319" r:id="rId13"/>
    <p:sldId id="320" r:id="rId14"/>
    <p:sldId id="315" r:id="rId15"/>
    <p:sldId id="31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9a681ba-87fa-4e52-a8d7-258c52519ca7}">
          <p14:sldIdLst>
            <p14:sldId id="304"/>
          </p14:sldIdLst>
        </p14:section>
        <p14:section name="主附图" id="{44a3cd21-9ea9-4099-aedc-a23fe9561956}">
          <p14:sldIdLst>
            <p14:sldId id="305"/>
            <p14:sldId id="308"/>
            <p14:sldId id="307"/>
            <p14:sldId id="309"/>
            <p14:sldId id="311"/>
            <p14:sldId id="306"/>
          </p14:sldIdLst>
        </p14:section>
        <p14:section name="A+" id="{8a82bd10-7975-4eb2-8741-6c068f0bee1f}">
          <p14:sldIdLst>
            <p14:sldId id="321"/>
            <p14:sldId id="312"/>
            <p14:sldId id="313"/>
            <p14:sldId id="319"/>
            <p14:sldId id="320"/>
            <p14:sldId id="315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5.xml"/><Relationship Id="rId4" Type="http://schemas.openxmlformats.org/officeDocument/2006/relationships/image" Target="../media/image1.png"/><Relationship Id="rId3" Type="http://schemas.openxmlformats.org/officeDocument/2006/relationships/hyperlink" Target="https://www.amazon.com/dp/B0C6MK8HV8/ref=mweb_up_am_fl_st_na_un_lk_sm_web?th=1&amp;psc=1" TargetMode="Externa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8.png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6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7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竞品</a:t>
            </a:r>
            <a:r>
              <a:rPr lang="en-US" altLang="zh-CN"/>
              <a:t>ASIN</a:t>
            </a:r>
            <a:r>
              <a:rPr lang="zh-CN" altLang="en-US"/>
              <a:t>，服装比较吃视觉，多看一下竞品的穿搭以及排版，多</a:t>
            </a:r>
            <a:r>
              <a:rPr lang="zh-CN" altLang="en-US"/>
              <a:t>做参考</a:t>
            </a:r>
            <a:endParaRPr lang="en-US" altLang="zh-CN"/>
          </a:p>
          <a:p>
            <a:r>
              <a:rPr lang="en-US" altLang="zh-CN"/>
              <a:t>https://www.amazon.com/dp/B0C5RB7NRS/ref=mweb_up_am_fl_st_na_un_lk_sm_web?th=1&amp;psc=1</a:t>
            </a:r>
            <a:endParaRPr lang="en-US" altLang="zh-CN"/>
          </a:p>
          <a:p>
            <a:r>
              <a:rPr lang="en-US" altLang="zh-CN">
                <a:hlinkClick r:id="rId3" action="ppaction://hlinkfile"/>
              </a:rPr>
              <a:t>https://www.amazon.com/dp/B0C6MK8HV8/ref=mweb_up_am_fl_st_na_un_lk_sm_web?th=1&amp;psc=1</a:t>
            </a:r>
            <a:endParaRPr lang="en-US" altLang="zh-CN"/>
          </a:p>
          <a:p>
            <a:r>
              <a:rPr lang="en-US" altLang="zh-CN"/>
              <a:t>https://www.amazon.com/dp/B0G393M5JX/ref=mweb_up_am_fl_st_na_un_lk_sm_web?th=1&amp;psc=1</a:t>
            </a:r>
            <a:endParaRPr lang="en-US" altLang="zh-CN"/>
          </a:p>
          <a:p>
            <a:r>
              <a:rPr lang="zh-CN" altLang="en-US"/>
              <a:t>产品总共</a:t>
            </a:r>
            <a:r>
              <a:rPr lang="en-US" altLang="zh-CN"/>
              <a:t> 6</a:t>
            </a:r>
            <a:r>
              <a:rPr lang="zh-CN" altLang="en-US"/>
              <a:t>种颜色，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灰色咖啡色黑色酒红色天蓝色粉红色</a:t>
            </a:r>
            <a:r>
              <a:rPr lang="zh-CN" altLang="en-US"/>
              <a:t>主图每种颜色做一套，</a:t>
            </a:r>
            <a:r>
              <a:rPr lang="en-US" altLang="zh-CN"/>
              <a:t>A+</a:t>
            </a:r>
            <a:r>
              <a:rPr lang="zh-CN" altLang="en-US"/>
              <a:t>共用</a:t>
            </a:r>
            <a:r>
              <a:rPr lang="zh-CN" altLang="en-US"/>
              <a:t>一套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2950" y="3350260"/>
            <a:ext cx="1066800" cy="26765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61255" y="8166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主图尺寸</a:t>
            </a:r>
            <a:r>
              <a:rPr lang="en-US" altLang="zh-CN"/>
              <a:t>    569*750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6230620" y="1669415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主图白底图，人物穿上对应产品，体现衣服特色，以及搭配风格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展示衣服半身图</a:t>
            </a:r>
            <a:endParaRPr lang="zh-CN" altLang="en-US"/>
          </a:p>
          <a:p>
            <a:r>
              <a:rPr lang="zh-CN" altLang="en-US">
                <a:sym typeface="+mn-ea"/>
              </a:rPr>
              <a:t>模特不露脸</a:t>
            </a:r>
            <a:endParaRPr lang="zh-CN" altLang="en-US"/>
          </a:p>
          <a:p>
            <a:r>
              <a:rPr lang="zh-CN" altLang="en-US">
                <a:sym typeface="+mn-ea"/>
              </a:rPr>
              <a:t>体现出衣服的版型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可以用这个图片直接修改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换个人脸，换人物肤色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6635" y="1969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6635" y="567563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https://www.xydc.com/detail/asin/look_up/US/B0C5RB7NRS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590" y="394335"/>
            <a:ext cx="3822065" cy="43103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580505" y="8166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ym typeface="+mn-ea"/>
              </a:rPr>
              <a:t> 569*750</a:t>
            </a:r>
            <a:r>
              <a:rPr lang="zh-CN" altLang="en-US"/>
              <a:t>正面展示</a:t>
            </a:r>
            <a:r>
              <a:rPr lang="zh-CN" altLang="en-US"/>
              <a:t>图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9545" y="1341120"/>
            <a:ext cx="2819400" cy="39052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80505" y="21501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MOCKNECK SWEATSHIRT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026275" y="102044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ym typeface="+mn-ea"/>
              </a:rPr>
              <a:t> 569*750</a:t>
            </a:r>
            <a:endParaRPr lang="en-US" altLang="zh-CN"/>
          </a:p>
          <a:p>
            <a:r>
              <a:rPr lang="zh-CN" altLang="en-US"/>
              <a:t>材质细节</a:t>
            </a:r>
            <a:r>
              <a:rPr lang="zh-CN" altLang="en-US"/>
              <a:t>展示图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产品要是有独特卖点，如材质，版型，保暖，透气等特殊属性，做一张细节与功能展示图，视觉呈现属性特点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956425" y="3308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SLIT DESIGN ON THE COLLAR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526415"/>
            <a:ext cx="4225925" cy="55918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313930" y="72834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569*750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背面展示图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OVERSIZED SWEATSHIRTS</a:t>
            </a:r>
            <a:endParaRPr lang="en-US" altLang="zh-CN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205" y="1407795"/>
            <a:ext cx="3067050" cy="3819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580505" y="8166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569*750</a:t>
            </a:r>
            <a:endParaRPr lang="en-US" altLang="zh-CN"/>
          </a:p>
          <a:p>
            <a:r>
              <a:rPr lang="zh-CN">
                <a:sym typeface="+mn-ea"/>
              </a:rPr>
              <a:t>正面图</a:t>
            </a:r>
            <a:endParaRPr lang="zh-CN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6070" y="204978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参考图片姿势作图</a:t>
            </a:r>
            <a:endParaRPr lang="zh-CN" altLang="en-US"/>
          </a:p>
          <a:p>
            <a:r>
              <a:rPr lang="zh-CN" altLang="en-US"/>
              <a:t>半身展示图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70" y="712470"/>
            <a:ext cx="3837305" cy="5432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580505" y="816610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附图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尺寸</a:t>
            </a:r>
            <a:r>
              <a:rPr lang="en-US" altLang="zh-CN">
                <a:sym typeface="+mn-ea"/>
              </a:rPr>
              <a:t>    569*750</a:t>
            </a:r>
            <a:endParaRPr lang="en-US" altLang="zh-CN"/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买家秀四宫格，</a:t>
            </a:r>
            <a:r>
              <a:rPr lang="zh-CN" altLang="en-US">
                <a:sym typeface="+mn-ea"/>
              </a:rPr>
              <a:t>人物姿势自然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r>
              <a:rPr lang="zh-CN" altLang="en-US"/>
              <a:t>公园</a:t>
            </a:r>
            <a:endParaRPr lang="zh-CN" altLang="en-US"/>
          </a:p>
          <a:p>
            <a:r>
              <a:rPr lang="zh-CN" altLang="en-US"/>
              <a:t>街拍</a:t>
            </a:r>
            <a:endParaRPr lang="zh-CN" altLang="en-US"/>
          </a:p>
          <a:p>
            <a:r>
              <a:rPr lang="zh-CN" altLang="en-US"/>
              <a:t>居家</a:t>
            </a:r>
            <a:endParaRPr lang="zh-CN" altLang="en-US"/>
          </a:p>
          <a:p>
            <a:r>
              <a:rPr lang="zh-CN" altLang="en-US"/>
              <a:t>咖啡场景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130" y="816610"/>
            <a:ext cx="3914775" cy="50374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55270" y="652780"/>
            <a:ext cx="5161280" cy="1078865"/>
          </a:xfrm>
        </p:spPr>
        <p:txBody>
          <a:bodyPr>
            <a:normAutofit/>
          </a:bodyPr>
          <a:p>
            <a:r>
              <a:rPr lang="zh-CN" altLang="en-US" sz="2000"/>
              <a:t>品牌故事</a:t>
            </a:r>
            <a:br>
              <a:rPr lang="zh-CN" altLang="en-US" sz="2000"/>
            </a:br>
            <a:r>
              <a:rPr lang="zh-CN" altLang="en-US" sz="2000"/>
              <a:t>* 移动图像[463像素 </a:t>
            </a:r>
            <a:r>
              <a:rPr lang="en-US" altLang="zh-CN" sz="2000"/>
              <a:t>x 625</a:t>
            </a:r>
            <a:r>
              <a:rPr lang="zh-CN" altLang="en-US" sz="2000"/>
              <a:t>像素]</a:t>
            </a:r>
            <a:br>
              <a:rPr lang="zh-CN" altLang="en-US" sz="2000"/>
            </a:br>
            <a:r>
              <a:rPr lang="zh-CN" altLang="en-US" sz="2000"/>
              <a:t>* 桌面图片 [1464像素 </a:t>
            </a:r>
            <a:r>
              <a:rPr lang="en-US" altLang="zh-CN" sz="2000"/>
              <a:t>x 625 </a:t>
            </a:r>
            <a:r>
              <a:rPr lang="zh-CN" altLang="en-US" sz="2000"/>
              <a:t>像素]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7200900" y="2493645"/>
            <a:ext cx="40640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EAKUCH   WOMENS MOCKNECK SWEATSHIRT 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左边人物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场景图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只需要做底部的图就可以</a:t>
            </a:r>
            <a:endParaRPr lang="zh-CN" altLang="en-US"/>
          </a:p>
          <a:p>
            <a:r>
              <a:rPr lang="zh-CN" altLang="en-US"/>
              <a:t>下面截图部分是后台添加的不需要做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" y="2553970"/>
            <a:ext cx="6581140" cy="28352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399655" y="1296670"/>
            <a:ext cx="4064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模块</a:t>
            </a:r>
            <a:r>
              <a:rPr lang="en-US" altLang="zh-CN">
                <a:sym typeface="+mn-ea"/>
              </a:rPr>
              <a:t>1 </a:t>
            </a:r>
            <a:r>
              <a:rPr lang="en-US">
                <a:sym typeface="+mn-ea"/>
              </a:rPr>
              <a:t>A+</a:t>
            </a:r>
            <a:r>
              <a:rPr lang="zh-CN" altLang="en-US">
                <a:sym typeface="+mn-ea"/>
              </a:rPr>
              <a:t>三张图拼成的</a:t>
            </a:r>
            <a:r>
              <a:rPr lang="zh-CN" altLang="en-US">
                <a:sym typeface="+mn-ea"/>
              </a:rPr>
              <a:t>大图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主标：</a:t>
            </a:r>
            <a:r>
              <a:rPr lang="en-US" altLang="zh-CN">
                <a:sym typeface="+mn-ea"/>
              </a:rPr>
              <a:t>MOCKNECK SWEATSHIRT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副标：</a:t>
            </a:r>
            <a:r>
              <a:rPr lang="en-US" altLang="zh-CN">
                <a:sym typeface="+mn-ea"/>
              </a:rPr>
              <a:t>Oversized Sweatshirt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Fashionable clohes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25995" y="37465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630" y="1441450"/>
            <a:ext cx="6984365" cy="29984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287260" y="1109345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模块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细节图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Plain design,long sleeve,fleece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Lining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SLIT COLLAR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DROP SHOULDER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RIB CUFF &amp; HEM</a:t>
            </a:r>
            <a:endParaRPr lang="en-US" altLang="zh-CN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99630" y="18732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15" y="1109345"/>
            <a:ext cx="7028815" cy="3761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585075" y="453009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开叉领口</a:t>
            </a:r>
            <a:endParaRPr lang="zh-CN" altLang="en-US"/>
          </a:p>
          <a:p>
            <a:r>
              <a:rPr lang="zh-CN" altLang="en-US"/>
              <a:t>落肩</a:t>
            </a:r>
            <a:endParaRPr lang="zh-CN" altLang="en-US"/>
          </a:p>
          <a:p>
            <a:r>
              <a:rPr lang="zh-CN" altLang="en-US"/>
              <a:t>螺纹袖口以及下摆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413625" y="2042160"/>
            <a:ext cx="40640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r>
              <a:rPr lang="zh-CN" altLang="en-US"/>
              <a:t>参考图片展示上身图</a:t>
            </a:r>
            <a:endParaRPr lang="zh-CN" altLang="en-US"/>
          </a:p>
          <a:p>
            <a:r>
              <a:rPr lang="zh-CN" altLang="en-US"/>
              <a:t>坐姿全身图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稍微改下排版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正面，背侧面，半身图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Laid-back vibe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OVERSIZED SWEATSHIRT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Effortless comfort. Ultra-soft and perfectly roomy—your go-to for lazy weekends or casual street style.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" y="1431290"/>
            <a:ext cx="6637020" cy="33185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524750" y="2324735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r>
              <a:rPr lang="zh-CN" altLang="en-US"/>
              <a:t>参考图片展示衣服外面和内里的材质</a:t>
            </a:r>
            <a:endParaRPr lang="zh-CN" altLang="en-US"/>
          </a:p>
          <a:p>
            <a:r>
              <a:rPr lang="zh-CN" altLang="en-US"/>
              <a:t>薄绒内里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OUTER FABRIC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INNER LINING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SOFT &amp; COMFORTABLE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7920"/>
            <a:ext cx="7212965" cy="27114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393305" y="4489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81925" y="2875915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尽量展示到每个衣服的颜色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四宫格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Going out</a:t>
            </a:r>
            <a:endParaRPr lang="en-US" altLang="zh-CN"/>
          </a:p>
          <a:p>
            <a:r>
              <a:rPr lang="en-US" altLang="zh-CN"/>
              <a:t>Daily</a:t>
            </a:r>
            <a:endParaRPr lang="en-US" altLang="zh-CN"/>
          </a:p>
          <a:p>
            <a:r>
              <a:rPr lang="en-US" altLang="zh-CN"/>
              <a:t>Steet</a:t>
            </a:r>
            <a:endParaRPr lang="en-US" altLang="zh-CN"/>
          </a:p>
          <a:p>
            <a:r>
              <a:rPr lang="en-US" altLang="zh-CN"/>
              <a:t>Vacation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#LOOK 1</a:t>
            </a:r>
            <a:endParaRPr lang="en-US" altLang="zh-CN"/>
          </a:p>
          <a:p>
            <a:r>
              <a:rPr lang="en-US" altLang="zh-CN"/>
              <a:t>#LOOK2</a:t>
            </a:r>
            <a:endParaRPr lang="en-US" altLang="zh-CN"/>
          </a:p>
          <a:p>
            <a:r>
              <a:rPr lang="en-US" altLang="zh-CN"/>
              <a:t>#LOOK 3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95" y="3307715"/>
            <a:ext cx="7232650" cy="27933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96835" y="137096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轮播场景图</a:t>
            </a:r>
            <a:r>
              <a:rPr lang="en-US" altLang="zh-CN"/>
              <a:t> </a:t>
            </a:r>
            <a:r>
              <a:rPr lang="zh-CN" altLang="en-US"/>
              <a:t>两张，一张场景图，一张搭配图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95" y="317500"/>
            <a:ext cx="6883400" cy="27927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99630" y="1016635"/>
            <a:ext cx="4446905" cy="6216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模块</a:t>
            </a:r>
            <a:r>
              <a:rPr lang="en-US" altLang="zh-CN">
                <a:sym typeface="+mn-ea"/>
              </a:rPr>
              <a:t>7 </a:t>
            </a:r>
            <a:r>
              <a:rPr lang="zh-CN" altLang="en-US">
                <a:sym typeface="+mn-ea"/>
              </a:rPr>
              <a:t>尺码展示图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左侧展示人物穿着衣服，展示尺寸的测量方法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NOTES:</a:t>
            </a:r>
            <a:endParaRPr lang="en-US" altLang="zh-CN"/>
          </a:p>
          <a:p>
            <a:r>
              <a:rPr lang="en-US" altLang="zh-CN">
                <a:sym typeface="+mn-ea"/>
              </a:rPr>
              <a:t>- Manual measurement may cause 0.4-0.8 inch difference.</a:t>
            </a:r>
            <a:endParaRPr lang="en-US" altLang="zh-CN"/>
          </a:p>
          <a:p>
            <a:r>
              <a:rPr lang="en-US" altLang="zh-CN">
                <a:sym typeface="+mn-ea"/>
              </a:rPr>
              <a:t>- Color may vary slightly due to different monitor settings.</a:t>
            </a:r>
            <a:endParaRPr lang="en-US" altLang="zh-CN"/>
          </a:p>
          <a:p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99630" y="20891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图片尺寸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手机端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600*450</a:t>
            </a:r>
            <a:endParaRPr lang="zh-CN" altLang="en-US"/>
          </a:p>
          <a:p>
            <a:r>
              <a:rPr lang="zh-CN" altLang="en-US">
                <a:sym typeface="+mn-ea"/>
              </a:rPr>
              <a:t>电脑端 1464</a:t>
            </a:r>
            <a:r>
              <a:rPr lang="en-US" altLang="zh-CN">
                <a:sym typeface="+mn-ea"/>
              </a:rPr>
              <a:t> x 600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498793" y="4568508"/>
          <a:ext cx="8162925" cy="1800225"/>
        </p:xfrm>
        <a:graphic>
          <a:graphicData uri="http://schemas.openxmlformats.org/drawingml/2006/table">
            <a:tbl>
              <a:tblPr/>
              <a:tblGrid>
                <a:gridCol w="1000125"/>
                <a:gridCol w="1000125"/>
                <a:gridCol w="1000125"/>
                <a:gridCol w="1095375"/>
                <a:gridCol w="1066800"/>
                <a:gridCol w="1000125"/>
                <a:gridCol w="1000125"/>
                <a:gridCol w="1000125"/>
              </a:tblGrid>
              <a:tr h="257175"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SIZE(US)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Length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Shoulder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Bust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Hem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Sleeve Length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Bicep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1" i="0">
                          <a:solidFill>
                            <a:srgbClr val="000000"/>
                          </a:solidFill>
                        </a:rPr>
                        <a:t>Cuff</a:t>
                      </a:r>
                      <a:endParaRPr lang="en-US" altLang="zh-CN" sz="1000" b="1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XS(0-2)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26.6"(67.6cm)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23.2"(58.9cm)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43.7"(111.0cm)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38.6"(98.0cm)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20.3"(51.6cm)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17.3"(43.9cm)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7.1"(18.0cm)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S(4-6)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27.0"(68.6cm)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24.0"(61.0cm)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45.3"(115.1cm)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39.8"(101.1cm)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20.5"(52.1cm)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17.7"(45.0cm)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7.5"(19.1cm)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M(8-10)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27.4"(69.6cm)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24.8"(63.0cm)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46.9"(119.1cm)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40.9"(103.9cm)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20.7"(52.6cm)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18.1"(46.0cm)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7.9"(20.1cm)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L(12-14)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28.0"(71.1cm)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26.0"(66.0cm)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49.2"(125.0cm)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42.9"(109.0cm)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21.0"(53.3cm)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18.7"(47.5cm)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8.3"(21.1cm)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XL(16-18)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28.5"(72.4cm)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27.2"(69.1cm)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52.4"(133.1cm)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45.7"(116.1cm)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21.3"(54.1cm)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19.3"(49.0cm)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8.7"(22.1cm)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2XL(20-22)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29.1"(73.9cm)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28.3"(71.9cm)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55.5"(141.0cm)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48.4"(122.9cm)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21.6"(54.9cm)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19.9"(50.6cm)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fontAlgn="ctr" latinLnBrk="0"/>
                      <a:r>
                        <a:rPr lang="en-US" altLang="zh-CN" sz="1000" b="0" i="0">
                          <a:solidFill>
                            <a:srgbClr val="000000"/>
                          </a:solidFill>
                        </a:rPr>
                        <a:t>9.1"(23.1cm)</a:t>
                      </a:r>
                      <a:endParaRPr lang="en-US" altLang="zh-CN" sz="1000" b="0" i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 anchorCtr="0">
                    <a:lnL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4C7C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245" y="988060"/>
            <a:ext cx="6904990" cy="2784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2323</Words>
  <Application>WPS 演示</Application>
  <PresentationFormat>宽屏</PresentationFormat>
  <Paragraphs>272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品牌故事 * 移动图像[463像素 x 625像素] * 桌面图片 [1464像素 x 625 像素]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狐狸不熬夜.</cp:lastModifiedBy>
  <cp:revision>221</cp:revision>
  <dcterms:created xsi:type="dcterms:W3CDTF">2019-06-19T02:08:00Z</dcterms:created>
  <dcterms:modified xsi:type="dcterms:W3CDTF">2026-09-17T07:29:37Z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A6ECFEA923664063A194321FABDFE87E_11</vt:lpwstr>
  </property>
</Properties>
</file>